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FEEA31-E1F5-4BCA-BB1B-816322902132}" v="14" dt="2024-05-23T05:58:51.5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alakshmi Veeramuthu" userId="d19e02604ca3e4a3" providerId="LiveId" clId="{6EFEEA31-E1F5-4BCA-BB1B-816322902132}"/>
    <pc:docChg chg="undo custSel addSld modSld modMainMaster">
      <pc:chgData name="Vijayalakshmi Veeramuthu" userId="d19e02604ca3e4a3" providerId="LiveId" clId="{6EFEEA31-E1F5-4BCA-BB1B-816322902132}" dt="2024-05-23T06:01:40.720" v="1009" actId="20577"/>
      <pc:docMkLst>
        <pc:docMk/>
      </pc:docMkLst>
      <pc:sldChg chg="modSp mod">
        <pc:chgData name="Vijayalakshmi Veeramuthu" userId="d19e02604ca3e4a3" providerId="LiveId" clId="{6EFEEA31-E1F5-4BCA-BB1B-816322902132}" dt="2024-05-23T05:59:59.062" v="957" actId="113"/>
        <pc:sldMkLst>
          <pc:docMk/>
          <pc:sldMk cId="1243957208" sldId="256"/>
        </pc:sldMkLst>
        <pc:spChg chg="mod">
          <ac:chgData name="Vijayalakshmi Veeramuthu" userId="d19e02604ca3e4a3" providerId="LiveId" clId="{6EFEEA31-E1F5-4BCA-BB1B-816322902132}" dt="2024-05-23T05:52:11.136" v="847" actId="1076"/>
          <ac:spMkLst>
            <pc:docMk/>
            <pc:sldMk cId="1243957208" sldId="256"/>
            <ac:spMk id="2" creationId="{77CB370E-761B-A0A1-340F-5EE2D621018E}"/>
          </ac:spMkLst>
        </pc:spChg>
        <pc:spChg chg="mod">
          <ac:chgData name="Vijayalakshmi Veeramuthu" userId="d19e02604ca3e4a3" providerId="LiveId" clId="{6EFEEA31-E1F5-4BCA-BB1B-816322902132}" dt="2024-05-23T05:59:59.062" v="957" actId="113"/>
          <ac:spMkLst>
            <pc:docMk/>
            <pc:sldMk cId="1243957208" sldId="256"/>
            <ac:spMk id="3" creationId="{09810759-5911-FB5C-5131-7DA5E2CB4D74}"/>
          </ac:spMkLst>
        </pc:spChg>
      </pc:sldChg>
      <pc:sldChg chg="modSp mod">
        <pc:chgData name="Vijayalakshmi Veeramuthu" userId="d19e02604ca3e4a3" providerId="LiveId" clId="{6EFEEA31-E1F5-4BCA-BB1B-816322902132}" dt="2024-05-23T06:00:22.465" v="960" actId="1076"/>
        <pc:sldMkLst>
          <pc:docMk/>
          <pc:sldMk cId="3191311856" sldId="257"/>
        </pc:sldMkLst>
        <pc:spChg chg="mod">
          <ac:chgData name="Vijayalakshmi Veeramuthu" userId="d19e02604ca3e4a3" providerId="LiveId" clId="{6EFEEA31-E1F5-4BCA-BB1B-816322902132}" dt="2024-05-23T05:52:00.173" v="846"/>
          <ac:spMkLst>
            <pc:docMk/>
            <pc:sldMk cId="3191311856" sldId="257"/>
            <ac:spMk id="2" creationId="{C3D3FA94-4874-FB31-959C-4F610E804E00}"/>
          </ac:spMkLst>
        </pc:spChg>
        <pc:spChg chg="mod">
          <ac:chgData name="Vijayalakshmi Veeramuthu" userId="d19e02604ca3e4a3" providerId="LiveId" clId="{6EFEEA31-E1F5-4BCA-BB1B-816322902132}" dt="2024-05-23T06:00:22.465" v="960" actId="1076"/>
          <ac:spMkLst>
            <pc:docMk/>
            <pc:sldMk cId="3191311856" sldId="257"/>
            <ac:spMk id="3" creationId="{EAF56553-4EFF-2E49-1F0A-FEA1A9E0523C}"/>
          </ac:spMkLst>
        </pc:spChg>
      </pc:sldChg>
      <pc:sldChg chg="modSp mod">
        <pc:chgData name="Vijayalakshmi Veeramuthu" userId="d19e02604ca3e4a3" providerId="LiveId" clId="{6EFEEA31-E1F5-4BCA-BB1B-816322902132}" dt="2024-05-21T05:13:04.509" v="151" actId="20577"/>
        <pc:sldMkLst>
          <pc:docMk/>
          <pc:sldMk cId="764384731" sldId="258"/>
        </pc:sldMkLst>
        <pc:spChg chg="mod">
          <ac:chgData name="Vijayalakshmi Veeramuthu" userId="d19e02604ca3e4a3" providerId="LiveId" clId="{6EFEEA31-E1F5-4BCA-BB1B-816322902132}" dt="2024-05-21T05:09:32.238" v="20" actId="1076"/>
          <ac:spMkLst>
            <pc:docMk/>
            <pc:sldMk cId="764384731" sldId="258"/>
            <ac:spMk id="2" creationId="{79176070-7EBE-895E-90B0-259E55BA47CA}"/>
          </ac:spMkLst>
        </pc:spChg>
        <pc:spChg chg="mod">
          <ac:chgData name="Vijayalakshmi Veeramuthu" userId="d19e02604ca3e4a3" providerId="LiveId" clId="{6EFEEA31-E1F5-4BCA-BB1B-816322902132}" dt="2024-05-21T05:13:04.509" v="151" actId="20577"/>
          <ac:spMkLst>
            <pc:docMk/>
            <pc:sldMk cId="764384731" sldId="258"/>
            <ac:spMk id="3" creationId="{0AE4F841-32C1-2672-E837-87099C7117F5}"/>
          </ac:spMkLst>
        </pc:spChg>
      </pc:sldChg>
      <pc:sldChg chg="modSp new mod">
        <pc:chgData name="Vijayalakshmi Veeramuthu" userId="d19e02604ca3e4a3" providerId="LiveId" clId="{6EFEEA31-E1F5-4BCA-BB1B-816322902132}" dt="2024-05-23T06:00:33.758" v="961" actId="1076"/>
        <pc:sldMkLst>
          <pc:docMk/>
          <pc:sldMk cId="341677354" sldId="259"/>
        </pc:sldMkLst>
        <pc:spChg chg="mod">
          <ac:chgData name="Vijayalakshmi Veeramuthu" userId="d19e02604ca3e4a3" providerId="LiveId" clId="{6EFEEA31-E1F5-4BCA-BB1B-816322902132}" dt="2024-05-21T05:18:27.625" v="189" actId="1076"/>
          <ac:spMkLst>
            <pc:docMk/>
            <pc:sldMk cId="341677354" sldId="259"/>
            <ac:spMk id="2" creationId="{BD0517FE-C073-9712-C91B-78D772D79171}"/>
          </ac:spMkLst>
        </pc:spChg>
        <pc:spChg chg="mod">
          <ac:chgData name="Vijayalakshmi Veeramuthu" userId="d19e02604ca3e4a3" providerId="LiveId" clId="{6EFEEA31-E1F5-4BCA-BB1B-816322902132}" dt="2024-05-23T06:00:33.758" v="961" actId="1076"/>
          <ac:spMkLst>
            <pc:docMk/>
            <pc:sldMk cId="341677354" sldId="259"/>
            <ac:spMk id="3" creationId="{E1CECDD5-CAB3-248D-1105-E62B86AE5FBF}"/>
          </ac:spMkLst>
        </pc:spChg>
      </pc:sldChg>
      <pc:sldChg chg="modSp new mod">
        <pc:chgData name="Vijayalakshmi Veeramuthu" userId="d19e02604ca3e4a3" providerId="LiveId" clId="{6EFEEA31-E1F5-4BCA-BB1B-816322902132}" dt="2024-05-23T05:52:00.173" v="846"/>
        <pc:sldMkLst>
          <pc:docMk/>
          <pc:sldMk cId="4064184356" sldId="260"/>
        </pc:sldMkLst>
        <pc:spChg chg="mod">
          <ac:chgData name="Vijayalakshmi Veeramuthu" userId="d19e02604ca3e4a3" providerId="LiveId" clId="{6EFEEA31-E1F5-4BCA-BB1B-816322902132}" dt="2024-05-23T05:52:00.173" v="846"/>
          <ac:spMkLst>
            <pc:docMk/>
            <pc:sldMk cId="4064184356" sldId="260"/>
            <ac:spMk id="2" creationId="{924D1964-9D47-154D-C561-71D2CABC5734}"/>
          </ac:spMkLst>
        </pc:spChg>
        <pc:spChg chg="mod">
          <ac:chgData name="Vijayalakshmi Veeramuthu" userId="d19e02604ca3e4a3" providerId="LiveId" clId="{6EFEEA31-E1F5-4BCA-BB1B-816322902132}" dt="2024-05-23T05:52:00.173" v="846"/>
          <ac:spMkLst>
            <pc:docMk/>
            <pc:sldMk cId="4064184356" sldId="260"/>
            <ac:spMk id="3" creationId="{4B6CFAE9-E94A-70C2-9A0E-C82449CA7A08}"/>
          </ac:spMkLst>
        </pc:spChg>
      </pc:sldChg>
      <pc:sldChg chg="modSp new mod">
        <pc:chgData name="Vijayalakshmi Veeramuthu" userId="d19e02604ca3e4a3" providerId="LiveId" clId="{6EFEEA31-E1F5-4BCA-BB1B-816322902132}" dt="2024-05-23T06:01:40.720" v="1009" actId="20577"/>
        <pc:sldMkLst>
          <pc:docMk/>
          <pc:sldMk cId="90911202" sldId="261"/>
        </pc:sldMkLst>
        <pc:spChg chg="mod">
          <ac:chgData name="Vijayalakshmi Veeramuthu" userId="d19e02604ca3e4a3" providerId="LiveId" clId="{6EFEEA31-E1F5-4BCA-BB1B-816322902132}" dt="2024-05-23T05:52:00.173" v="846"/>
          <ac:spMkLst>
            <pc:docMk/>
            <pc:sldMk cId="90911202" sldId="261"/>
            <ac:spMk id="2" creationId="{737503FD-171B-90BC-1A9B-1C3B27917FE1}"/>
          </ac:spMkLst>
        </pc:spChg>
        <pc:spChg chg="mod">
          <ac:chgData name="Vijayalakshmi Veeramuthu" userId="d19e02604ca3e4a3" providerId="LiveId" clId="{6EFEEA31-E1F5-4BCA-BB1B-816322902132}" dt="2024-05-23T06:01:40.720" v="1009" actId="20577"/>
          <ac:spMkLst>
            <pc:docMk/>
            <pc:sldMk cId="90911202" sldId="261"/>
            <ac:spMk id="3" creationId="{EAF449B4-B6B9-E00A-4C7A-7330578D255E}"/>
          </ac:spMkLst>
        </pc:spChg>
      </pc:sldChg>
      <pc:sldChg chg="addSp delSp modSp new mod modClrScheme chgLayout">
        <pc:chgData name="Vijayalakshmi Veeramuthu" userId="d19e02604ca3e4a3" providerId="LiveId" clId="{6EFEEA31-E1F5-4BCA-BB1B-816322902132}" dt="2024-05-23T05:55:19.867" v="857" actId="1076"/>
        <pc:sldMkLst>
          <pc:docMk/>
          <pc:sldMk cId="4079513549" sldId="262"/>
        </pc:sldMkLst>
        <pc:spChg chg="mod ord">
          <ac:chgData name="Vijayalakshmi Veeramuthu" userId="d19e02604ca3e4a3" providerId="LiveId" clId="{6EFEEA31-E1F5-4BCA-BB1B-816322902132}" dt="2024-05-23T05:52:00.173" v="846"/>
          <ac:spMkLst>
            <pc:docMk/>
            <pc:sldMk cId="4079513549" sldId="262"/>
            <ac:spMk id="2" creationId="{745DC97A-AAD0-6CDB-7B3A-B29C53057E97}"/>
          </ac:spMkLst>
        </pc:spChg>
        <pc:spChg chg="del mod ord">
          <ac:chgData name="Vijayalakshmi Veeramuthu" userId="d19e02604ca3e4a3" providerId="LiveId" clId="{6EFEEA31-E1F5-4BCA-BB1B-816322902132}" dt="2024-05-22T05:06:25.392" v="815" actId="700"/>
          <ac:spMkLst>
            <pc:docMk/>
            <pc:sldMk cId="4079513549" sldId="262"/>
            <ac:spMk id="3" creationId="{AFCBBA6B-3D1E-8942-66EB-E3EF4B72C024}"/>
          </ac:spMkLst>
        </pc:spChg>
        <pc:spChg chg="add del mod ord">
          <ac:chgData name="Vijayalakshmi Veeramuthu" userId="d19e02604ca3e4a3" providerId="LiveId" clId="{6EFEEA31-E1F5-4BCA-BB1B-816322902132}" dt="2024-05-22T05:07:32.996" v="819" actId="700"/>
          <ac:spMkLst>
            <pc:docMk/>
            <pc:sldMk cId="4079513549" sldId="262"/>
            <ac:spMk id="4" creationId="{B7D2D3C7-CAE0-05CF-85DD-330043C63B3E}"/>
          </ac:spMkLst>
        </pc:spChg>
        <pc:spChg chg="add del mod ord">
          <ac:chgData name="Vijayalakshmi Veeramuthu" userId="d19e02604ca3e4a3" providerId="LiveId" clId="{6EFEEA31-E1F5-4BCA-BB1B-816322902132}" dt="2024-05-22T05:07:32.996" v="819" actId="700"/>
          <ac:spMkLst>
            <pc:docMk/>
            <pc:sldMk cId="4079513549" sldId="262"/>
            <ac:spMk id="5" creationId="{3357B4EB-2074-0197-7D4C-02F8947B0265}"/>
          </ac:spMkLst>
        </pc:spChg>
        <pc:spChg chg="add del mod ord">
          <ac:chgData name="Vijayalakshmi Veeramuthu" userId="d19e02604ca3e4a3" providerId="LiveId" clId="{6EFEEA31-E1F5-4BCA-BB1B-816322902132}" dt="2024-05-23T05:55:04.114" v="852" actId="22"/>
          <ac:spMkLst>
            <pc:docMk/>
            <pc:sldMk cId="4079513549" sldId="262"/>
            <ac:spMk id="8" creationId="{E8448327-9733-42A3-E20E-0C44855FAFED}"/>
          </ac:spMkLst>
        </pc:spChg>
        <pc:picChg chg="add mod ord">
          <ac:chgData name="Vijayalakshmi Veeramuthu" userId="d19e02604ca3e4a3" providerId="LiveId" clId="{6EFEEA31-E1F5-4BCA-BB1B-816322902132}" dt="2024-05-23T05:55:19.867" v="857" actId="1076"/>
          <ac:picMkLst>
            <pc:docMk/>
            <pc:sldMk cId="4079513549" sldId="262"/>
            <ac:picMk id="4" creationId="{054D7F8A-DA17-ED93-6B9E-17563C5A9A6B}"/>
          </ac:picMkLst>
        </pc:picChg>
        <pc:picChg chg="add del mod">
          <ac:chgData name="Vijayalakshmi Veeramuthu" userId="d19e02604ca3e4a3" providerId="LiveId" clId="{6EFEEA31-E1F5-4BCA-BB1B-816322902132}" dt="2024-05-22T05:07:49.258" v="821" actId="478"/>
          <ac:picMkLst>
            <pc:docMk/>
            <pc:sldMk cId="4079513549" sldId="262"/>
            <ac:picMk id="7" creationId="{73419D22-E1D3-007F-24ED-0E2A041E5163}"/>
          </ac:picMkLst>
        </pc:picChg>
      </pc:sldChg>
      <pc:sldChg chg="addSp delSp modSp new mod modClrScheme chgLayout">
        <pc:chgData name="Vijayalakshmi Veeramuthu" userId="d19e02604ca3e4a3" providerId="LiveId" clId="{6EFEEA31-E1F5-4BCA-BB1B-816322902132}" dt="2024-05-23T05:56:34.186" v="877" actId="1076"/>
        <pc:sldMkLst>
          <pc:docMk/>
          <pc:sldMk cId="3601166359" sldId="263"/>
        </pc:sldMkLst>
        <pc:spChg chg="del mod ord">
          <ac:chgData name="Vijayalakshmi Veeramuthu" userId="d19e02604ca3e4a3" providerId="LiveId" clId="{6EFEEA31-E1F5-4BCA-BB1B-816322902132}" dt="2024-05-23T05:55:33.780" v="858" actId="700"/>
          <ac:spMkLst>
            <pc:docMk/>
            <pc:sldMk cId="3601166359" sldId="263"/>
            <ac:spMk id="2" creationId="{DC76F7CF-799A-2EDD-41E7-B627A6059E70}"/>
          </ac:spMkLst>
        </pc:spChg>
        <pc:spChg chg="del mod ord">
          <ac:chgData name="Vijayalakshmi Veeramuthu" userId="d19e02604ca3e4a3" providerId="LiveId" clId="{6EFEEA31-E1F5-4BCA-BB1B-816322902132}" dt="2024-05-23T05:55:33.780" v="858" actId="700"/>
          <ac:spMkLst>
            <pc:docMk/>
            <pc:sldMk cId="3601166359" sldId="263"/>
            <ac:spMk id="3" creationId="{2F512E84-C6BD-F10E-1788-4B4CC56E29A5}"/>
          </ac:spMkLst>
        </pc:spChg>
        <pc:spChg chg="del mod">
          <ac:chgData name="Vijayalakshmi Veeramuthu" userId="d19e02604ca3e4a3" providerId="LiveId" clId="{6EFEEA31-E1F5-4BCA-BB1B-816322902132}" dt="2024-05-23T05:55:33.780" v="858" actId="700"/>
          <ac:spMkLst>
            <pc:docMk/>
            <pc:sldMk cId="3601166359" sldId="263"/>
            <ac:spMk id="4" creationId="{74A5DC06-A05E-6352-F779-3ACA0EF509AB}"/>
          </ac:spMkLst>
        </pc:spChg>
        <pc:spChg chg="add mod ord">
          <ac:chgData name="Vijayalakshmi Veeramuthu" userId="d19e02604ca3e4a3" providerId="LiveId" clId="{6EFEEA31-E1F5-4BCA-BB1B-816322902132}" dt="2024-05-23T05:55:42.406" v="871" actId="20577"/>
          <ac:spMkLst>
            <pc:docMk/>
            <pc:sldMk cId="3601166359" sldId="263"/>
            <ac:spMk id="5" creationId="{CFAB61C5-EFA0-1B3A-8A5A-55C355DBBB34}"/>
          </ac:spMkLst>
        </pc:spChg>
        <pc:spChg chg="add del mod ord">
          <ac:chgData name="Vijayalakshmi Veeramuthu" userId="d19e02604ca3e4a3" providerId="LiveId" clId="{6EFEEA31-E1F5-4BCA-BB1B-816322902132}" dt="2024-05-23T05:56:22.120" v="872" actId="22"/>
          <ac:spMkLst>
            <pc:docMk/>
            <pc:sldMk cId="3601166359" sldId="263"/>
            <ac:spMk id="6" creationId="{5A054789-1B92-4019-B692-DF140860CE4A}"/>
          </ac:spMkLst>
        </pc:spChg>
        <pc:picChg chg="add mod ord">
          <ac:chgData name="Vijayalakshmi Veeramuthu" userId="d19e02604ca3e4a3" providerId="LiveId" clId="{6EFEEA31-E1F5-4BCA-BB1B-816322902132}" dt="2024-05-23T05:56:34.186" v="877" actId="1076"/>
          <ac:picMkLst>
            <pc:docMk/>
            <pc:sldMk cId="3601166359" sldId="263"/>
            <ac:picMk id="8" creationId="{6579285D-4859-A6AF-6CF2-0B0B703A2885}"/>
          </ac:picMkLst>
        </pc:picChg>
      </pc:sldChg>
      <pc:sldChg chg="addSp delSp modSp new mod">
        <pc:chgData name="Vijayalakshmi Veeramuthu" userId="d19e02604ca3e4a3" providerId="LiveId" clId="{6EFEEA31-E1F5-4BCA-BB1B-816322902132}" dt="2024-05-23T05:57:27.890" v="897" actId="1076"/>
        <pc:sldMkLst>
          <pc:docMk/>
          <pc:sldMk cId="3840262935" sldId="264"/>
        </pc:sldMkLst>
        <pc:spChg chg="mod">
          <ac:chgData name="Vijayalakshmi Veeramuthu" userId="d19e02604ca3e4a3" providerId="LiveId" clId="{6EFEEA31-E1F5-4BCA-BB1B-816322902132}" dt="2024-05-23T05:56:49.190" v="892" actId="20577"/>
          <ac:spMkLst>
            <pc:docMk/>
            <pc:sldMk cId="3840262935" sldId="264"/>
            <ac:spMk id="2" creationId="{8DBB5B93-C445-4093-8914-5E656F0E6340}"/>
          </ac:spMkLst>
        </pc:spChg>
        <pc:spChg chg="del">
          <ac:chgData name="Vijayalakshmi Veeramuthu" userId="d19e02604ca3e4a3" providerId="LiveId" clId="{6EFEEA31-E1F5-4BCA-BB1B-816322902132}" dt="2024-05-23T05:57:14.735" v="893" actId="22"/>
          <ac:spMkLst>
            <pc:docMk/>
            <pc:sldMk cId="3840262935" sldId="264"/>
            <ac:spMk id="3" creationId="{4A7B7216-C3E6-63CD-6C45-B15B55133D0B}"/>
          </ac:spMkLst>
        </pc:spChg>
        <pc:picChg chg="add mod ord">
          <ac:chgData name="Vijayalakshmi Veeramuthu" userId="d19e02604ca3e4a3" providerId="LiveId" clId="{6EFEEA31-E1F5-4BCA-BB1B-816322902132}" dt="2024-05-23T05:57:27.890" v="897" actId="1076"/>
          <ac:picMkLst>
            <pc:docMk/>
            <pc:sldMk cId="3840262935" sldId="264"/>
            <ac:picMk id="5" creationId="{41E9FC55-CE93-9B96-4FBE-5D753E980C4D}"/>
          </ac:picMkLst>
        </pc:picChg>
      </pc:sldChg>
      <pc:sldChg chg="addSp delSp modSp new mod">
        <pc:chgData name="Vijayalakshmi Veeramuthu" userId="d19e02604ca3e4a3" providerId="LiveId" clId="{6EFEEA31-E1F5-4BCA-BB1B-816322902132}" dt="2024-05-23T05:58:22.945" v="923" actId="1076"/>
        <pc:sldMkLst>
          <pc:docMk/>
          <pc:sldMk cId="1908790798" sldId="265"/>
        </pc:sldMkLst>
        <pc:spChg chg="mod">
          <ac:chgData name="Vijayalakshmi Veeramuthu" userId="d19e02604ca3e4a3" providerId="LiveId" clId="{6EFEEA31-E1F5-4BCA-BB1B-816322902132}" dt="2024-05-23T05:57:55.788" v="916" actId="20577"/>
          <ac:spMkLst>
            <pc:docMk/>
            <pc:sldMk cId="1908790798" sldId="265"/>
            <ac:spMk id="2" creationId="{D5AFB04C-295B-2A79-163F-E934B4F29CAC}"/>
          </ac:spMkLst>
        </pc:spChg>
        <pc:spChg chg="del">
          <ac:chgData name="Vijayalakshmi Veeramuthu" userId="d19e02604ca3e4a3" providerId="LiveId" clId="{6EFEEA31-E1F5-4BCA-BB1B-816322902132}" dt="2024-05-23T05:58:14.852" v="917" actId="22"/>
          <ac:spMkLst>
            <pc:docMk/>
            <pc:sldMk cId="1908790798" sldId="265"/>
            <ac:spMk id="3" creationId="{3AFA5640-A318-7615-7FDD-234EAFC67C4B}"/>
          </ac:spMkLst>
        </pc:spChg>
        <pc:picChg chg="add mod ord">
          <ac:chgData name="Vijayalakshmi Veeramuthu" userId="d19e02604ca3e4a3" providerId="LiveId" clId="{6EFEEA31-E1F5-4BCA-BB1B-816322902132}" dt="2024-05-23T05:58:22.945" v="923" actId="1076"/>
          <ac:picMkLst>
            <pc:docMk/>
            <pc:sldMk cId="1908790798" sldId="265"/>
            <ac:picMk id="5" creationId="{992365BA-7045-D4C0-79C6-FC34902EC6DB}"/>
          </ac:picMkLst>
        </pc:picChg>
      </pc:sldChg>
      <pc:sldChg chg="addSp delSp modSp new mod modClrScheme chgLayout">
        <pc:chgData name="Vijayalakshmi Veeramuthu" userId="d19e02604ca3e4a3" providerId="LiveId" clId="{6EFEEA31-E1F5-4BCA-BB1B-816322902132}" dt="2024-05-23T05:59:47.209" v="956" actId="1076"/>
        <pc:sldMkLst>
          <pc:docMk/>
          <pc:sldMk cId="646970996" sldId="266"/>
        </pc:sldMkLst>
        <pc:spChg chg="del">
          <ac:chgData name="Vijayalakshmi Veeramuthu" userId="d19e02604ca3e4a3" providerId="LiveId" clId="{6EFEEA31-E1F5-4BCA-BB1B-816322902132}" dt="2024-05-23T05:58:43.397" v="925" actId="700"/>
          <ac:spMkLst>
            <pc:docMk/>
            <pc:sldMk cId="646970996" sldId="266"/>
            <ac:spMk id="2" creationId="{DC3064D7-F100-B2E8-E61E-E450E5C01BCE}"/>
          </ac:spMkLst>
        </pc:spChg>
        <pc:spChg chg="del">
          <ac:chgData name="Vijayalakshmi Veeramuthu" userId="d19e02604ca3e4a3" providerId="LiveId" clId="{6EFEEA31-E1F5-4BCA-BB1B-816322902132}" dt="2024-05-23T05:58:43.397" v="925" actId="700"/>
          <ac:spMkLst>
            <pc:docMk/>
            <pc:sldMk cId="646970996" sldId="266"/>
            <ac:spMk id="3" creationId="{BF5C5A4C-4F4F-EEF2-0269-E5D8F0532F13}"/>
          </ac:spMkLst>
        </pc:spChg>
        <pc:spChg chg="add mod">
          <ac:chgData name="Vijayalakshmi Veeramuthu" userId="d19e02604ca3e4a3" providerId="LiveId" clId="{6EFEEA31-E1F5-4BCA-BB1B-816322902132}" dt="2024-05-23T05:59:47.209" v="956" actId="1076"/>
          <ac:spMkLst>
            <pc:docMk/>
            <pc:sldMk cId="646970996" sldId="266"/>
            <ac:spMk id="4" creationId="{84C6CA4C-0C87-5FFF-3613-DAFB7FDD79B2}"/>
          </ac:spMkLst>
        </pc:spChg>
      </pc:sldChg>
      <pc:sldMasterChg chg="modSldLayout">
        <pc:chgData name="Vijayalakshmi Veeramuthu" userId="d19e02604ca3e4a3" providerId="LiveId" clId="{6EFEEA31-E1F5-4BCA-BB1B-816322902132}" dt="2024-05-23T05:52:00.173" v="846"/>
        <pc:sldMasterMkLst>
          <pc:docMk/>
          <pc:sldMasterMk cId="2261958662" sldId="2147483713"/>
        </pc:sldMasterMkLst>
        <pc:sldLayoutChg chg="delSp">
          <pc:chgData name="Vijayalakshmi Veeramuthu" userId="d19e02604ca3e4a3" providerId="LiveId" clId="{6EFEEA31-E1F5-4BCA-BB1B-816322902132}" dt="2024-05-23T05:52:00.173" v="846"/>
          <pc:sldLayoutMkLst>
            <pc:docMk/>
            <pc:sldMasterMk cId="2261958662" sldId="2147483713"/>
            <pc:sldLayoutMk cId="357350685" sldId="2147483730"/>
          </pc:sldLayoutMkLst>
          <pc:picChg chg="del">
            <ac:chgData name="Vijayalakshmi Veeramuthu" userId="d19e02604ca3e4a3" providerId="LiveId" clId="{6EFEEA31-E1F5-4BCA-BB1B-816322902132}" dt="2024-05-23T05:52:00.173" v="846"/>
            <ac:picMkLst>
              <pc:docMk/>
              <pc:sldMasterMk cId="2261958662" sldId="2147483713"/>
              <pc:sldLayoutMk cId="357350685" sldId="2147483730"/>
              <ac:picMk id="3"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474CFC-726B-45C8-B6D9-8A656975E4D7}" type="datetimeFigureOut">
              <a:rPr lang="en-IN" smtClean="0"/>
              <a:t>19-05-2026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69B40-21F3-4F33-BDFE-14D39C032E14}" type="slidenum">
              <a:rPr lang="en-IN" smtClean="0"/>
              <a:t>‹#›</a:t>
            </a:fld>
            <a:endParaRPr lang="en-IN"/>
          </a:p>
        </p:txBody>
      </p:sp>
    </p:spTree>
    <p:extLst>
      <p:ext uri="{BB962C8B-B14F-4D97-AF65-F5344CB8AC3E}">
        <p14:creationId xmlns:p14="http://schemas.microsoft.com/office/powerpoint/2010/main" val="1877664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E69B40-21F3-4F33-BDFE-14D39C032E14}" type="slidenum">
              <a:rPr lang="en-IN" smtClean="0"/>
              <a:t>2</a:t>
            </a:fld>
            <a:endParaRPr lang="en-IN"/>
          </a:p>
        </p:txBody>
      </p:sp>
    </p:spTree>
    <p:extLst>
      <p:ext uri="{BB962C8B-B14F-4D97-AF65-F5344CB8AC3E}">
        <p14:creationId xmlns:p14="http://schemas.microsoft.com/office/powerpoint/2010/main" val="340448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E69B40-21F3-4F33-BDFE-14D39C032E14}" type="slidenum">
              <a:rPr lang="en-IN" smtClean="0"/>
              <a:t>6</a:t>
            </a:fld>
            <a:endParaRPr lang="en-IN"/>
          </a:p>
        </p:txBody>
      </p:sp>
    </p:spTree>
    <p:extLst>
      <p:ext uri="{BB962C8B-B14F-4D97-AF65-F5344CB8AC3E}">
        <p14:creationId xmlns:p14="http://schemas.microsoft.com/office/powerpoint/2010/main" val="300634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3513138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757588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603207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FFE0EF-C06A-4D6C-977A-D8277766A768}"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193443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FFE0EF-C06A-4D6C-977A-D8277766A768}" type="datetimeFigureOut">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600365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FFE0EF-C06A-4D6C-977A-D8277766A768}" type="datetimeFigureOut">
              <a:rPr lang="en-IN" smtClean="0"/>
              <a:t>19-05-2026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44601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FFE0EF-C06A-4D6C-977A-D8277766A768}" type="datetimeFigureOut">
              <a:rPr lang="en-IN" smtClean="0"/>
              <a:t>19-05-2026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79846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FFE0EF-C06A-4D6C-977A-D8277766A768}"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14100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FFE0EF-C06A-4D6C-977A-D8277766A768}"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07096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3146575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70054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381384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07830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770845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766586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2952450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FFE0EF-C06A-4D6C-977A-D8277766A768}"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1D45F1-6A90-4A5D-BDF7-0584F640624A}" type="slidenum">
              <a:rPr lang="en-IN" smtClean="0"/>
              <a:t>‹#›</a:t>
            </a:fld>
            <a:endParaRPr lang="en-IN"/>
          </a:p>
        </p:txBody>
      </p:sp>
    </p:spTree>
    <p:extLst>
      <p:ext uri="{BB962C8B-B14F-4D97-AF65-F5344CB8AC3E}">
        <p14:creationId xmlns:p14="http://schemas.microsoft.com/office/powerpoint/2010/main" val="35735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0FFE0EF-C06A-4D6C-977A-D8277766A768}" type="datetimeFigureOut">
              <a:rPr lang="en-IN" smtClean="0"/>
              <a:t>19-05-2026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41D45F1-6A90-4A5D-BDF7-0584F640624A}" type="slidenum">
              <a:rPr lang="en-IN" smtClean="0"/>
              <a:t>‹#›</a:t>
            </a:fld>
            <a:endParaRPr lang="en-IN"/>
          </a:p>
        </p:txBody>
      </p:sp>
    </p:spTree>
    <p:extLst>
      <p:ext uri="{BB962C8B-B14F-4D97-AF65-F5344CB8AC3E}">
        <p14:creationId xmlns:p14="http://schemas.microsoft.com/office/powerpoint/2010/main" val="226195866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370E-761B-A0A1-340F-5EE2D621018E}"/>
              </a:ext>
            </a:extLst>
          </p:cNvPr>
          <p:cNvSpPr>
            <a:spLocks noGrp="1"/>
          </p:cNvSpPr>
          <p:nvPr>
            <p:ph type="ctrTitle"/>
          </p:nvPr>
        </p:nvSpPr>
        <p:spPr>
          <a:xfrm>
            <a:off x="580973" y="386384"/>
            <a:ext cx="8689976" cy="2509213"/>
          </a:xfrm>
        </p:spPr>
        <p:txBody>
          <a:bodyPr/>
          <a:lstStyle/>
          <a:p>
            <a:r>
              <a:rPr lang="en-IN" b="1" dirty="0"/>
              <a:t>Data-Driven Sports Score Forecasting</a:t>
            </a:r>
            <a:endParaRPr lang="en-IN" dirty="0"/>
          </a:p>
        </p:txBody>
      </p:sp>
      <p:sp>
        <p:nvSpPr>
          <p:cNvPr id="3" name="Subtitle 2">
            <a:extLst>
              <a:ext uri="{FF2B5EF4-FFF2-40B4-BE49-F238E27FC236}">
                <a16:creationId xmlns:a16="http://schemas.microsoft.com/office/drawing/2014/main" id="{09810759-5911-FB5C-5131-7DA5E2CB4D74}"/>
              </a:ext>
            </a:extLst>
          </p:cNvPr>
          <p:cNvSpPr>
            <a:spLocks noGrp="1"/>
          </p:cNvSpPr>
          <p:nvPr>
            <p:ph type="subTitle" idx="1"/>
          </p:nvPr>
        </p:nvSpPr>
        <p:spPr>
          <a:xfrm>
            <a:off x="1682186" y="3188110"/>
            <a:ext cx="8689976" cy="2121309"/>
          </a:xfrm>
        </p:spPr>
        <p:txBody>
          <a:bodyPr>
            <a:normAutofit/>
          </a:bodyPr>
          <a:lstStyle/>
          <a:p>
            <a:pPr algn="ctr"/>
            <a:r>
              <a:rPr lang="en-US" b="1" dirty="0">
                <a:solidFill>
                  <a:schemeClr val="tx1"/>
                </a:solidFill>
              </a:rPr>
              <a:t>Team Members</a:t>
            </a:r>
          </a:p>
          <a:p>
            <a:pPr algn="ctr"/>
            <a:r>
              <a:rPr lang="en-US" dirty="0">
                <a:solidFill>
                  <a:schemeClr val="tx1"/>
                </a:solidFill>
              </a:rPr>
              <a:t>71762131055  -   </a:t>
            </a:r>
            <a:r>
              <a:rPr lang="en-US" cap="none" dirty="0">
                <a:solidFill>
                  <a:schemeClr val="tx1"/>
                </a:solidFill>
              </a:rPr>
              <a:t>Sweha </a:t>
            </a:r>
            <a:r>
              <a:rPr lang="en-US" dirty="0">
                <a:solidFill>
                  <a:schemeClr val="tx1"/>
                </a:solidFill>
              </a:rPr>
              <a:t>S</a:t>
            </a:r>
            <a:endParaRPr lang="en-IN" dirty="0">
              <a:solidFill>
                <a:schemeClr val="tx1"/>
              </a:solidFill>
            </a:endParaRPr>
          </a:p>
        </p:txBody>
      </p:sp>
    </p:spTree>
    <p:extLst>
      <p:ext uri="{BB962C8B-B14F-4D97-AF65-F5344CB8AC3E}">
        <p14:creationId xmlns:p14="http://schemas.microsoft.com/office/powerpoint/2010/main" val="124395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3FA94-4874-FB31-959C-4F610E804E00}"/>
              </a:ext>
            </a:extLst>
          </p:cNvPr>
          <p:cNvSpPr>
            <a:spLocks noGrp="1"/>
          </p:cNvSpPr>
          <p:nvPr>
            <p:ph type="title"/>
          </p:nvPr>
        </p:nvSpPr>
        <p:spPr/>
        <p:txBody>
          <a:bodyPr/>
          <a:lstStyle/>
          <a:p>
            <a:r>
              <a:rPr lang="en-US" cap="none" dirty="0"/>
              <a:t>Problem Statement</a:t>
            </a:r>
            <a:endParaRPr lang="en-IN" cap="none" dirty="0"/>
          </a:p>
        </p:txBody>
      </p:sp>
      <p:sp>
        <p:nvSpPr>
          <p:cNvPr id="3" name="Content Placeholder 2">
            <a:extLst>
              <a:ext uri="{FF2B5EF4-FFF2-40B4-BE49-F238E27FC236}">
                <a16:creationId xmlns:a16="http://schemas.microsoft.com/office/drawing/2014/main" id="{EAF56553-4EFF-2E49-1F0A-FEA1A9E0523C}"/>
              </a:ext>
            </a:extLst>
          </p:cNvPr>
          <p:cNvSpPr>
            <a:spLocks noGrp="1"/>
          </p:cNvSpPr>
          <p:nvPr>
            <p:ph sz="quarter" idx="13"/>
          </p:nvPr>
        </p:nvSpPr>
        <p:spPr>
          <a:xfrm>
            <a:off x="343503" y="1930400"/>
            <a:ext cx="10363826" cy="3797734"/>
          </a:xfrm>
        </p:spPr>
        <p:txBody>
          <a:bodyPr>
            <a:normAutofit/>
          </a:bodyPr>
          <a:lstStyle/>
          <a:p>
            <a:r>
              <a:rPr lang="en-US" sz="1800" cap="none" dirty="0"/>
              <a:t>In the game of cricket, accurately predicting the final score of a team is essential for strategic planning and decision-making during a match. </a:t>
            </a:r>
          </a:p>
          <a:p>
            <a:r>
              <a:rPr lang="en-US" sz="1800" cap="none" dirty="0"/>
              <a:t>Various factors such as the number of overs played, total runs scored, wickets fallen, and recent performance in the last few overs significantly influence the final score prediction.</a:t>
            </a:r>
          </a:p>
          <a:p>
            <a:r>
              <a:rPr lang="en-US" sz="1800" cap="none" dirty="0"/>
              <a:t>This project aims to develop a predictive model that can forecast the final score of a cricket team based on real-time match statistics. By leveraging historical data and machine learning techniques, the goal is to provide teams with valuable insights to adapt their strategies dynamically during the game.</a:t>
            </a:r>
            <a:endParaRPr lang="en-IN" sz="1800" cap="none" dirty="0"/>
          </a:p>
        </p:txBody>
      </p:sp>
    </p:spTree>
    <p:extLst>
      <p:ext uri="{BB962C8B-B14F-4D97-AF65-F5344CB8AC3E}">
        <p14:creationId xmlns:p14="http://schemas.microsoft.com/office/powerpoint/2010/main" val="3191311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76070-7EBE-895E-90B0-259E55BA47CA}"/>
              </a:ext>
            </a:extLst>
          </p:cNvPr>
          <p:cNvSpPr>
            <a:spLocks noGrp="1"/>
          </p:cNvSpPr>
          <p:nvPr>
            <p:ph type="title"/>
          </p:nvPr>
        </p:nvSpPr>
        <p:spPr>
          <a:xfrm>
            <a:off x="913774" y="185898"/>
            <a:ext cx="10364451" cy="1596177"/>
          </a:xfrm>
        </p:spPr>
        <p:txBody>
          <a:bodyPr/>
          <a:lstStyle/>
          <a:p>
            <a:r>
              <a:rPr lang="en-US" cap="none" dirty="0"/>
              <a:t>Objectives</a:t>
            </a:r>
            <a:endParaRPr lang="en-IN" cap="none" dirty="0"/>
          </a:p>
        </p:txBody>
      </p:sp>
      <p:sp>
        <p:nvSpPr>
          <p:cNvPr id="3" name="Content Placeholder 2">
            <a:extLst>
              <a:ext uri="{FF2B5EF4-FFF2-40B4-BE49-F238E27FC236}">
                <a16:creationId xmlns:a16="http://schemas.microsoft.com/office/drawing/2014/main" id="{0AE4F841-32C1-2672-E837-87099C7117F5}"/>
              </a:ext>
            </a:extLst>
          </p:cNvPr>
          <p:cNvSpPr>
            <a:spLocks noGrp="1"/>
          </p:cNvSpPr>
          <p:nvPr>
            <p:ph sz="quarter" idx="13"/>
          </p:nvPr>
        </p:nvSpPr>
        <p:spPr>
          <a:xfrm>
            <a:off x="914399" y="1782075"/>
            <a:ext cx="10363826" cy="3424107"/>
          </a:xfrm>
        </p:spPr>
        <p:txBody>
          <a:bodyPr>
            <a:normAutofit/>
          </a:bodyPr>
          <a:lstStyle/>
          <a:p>
            <a:pPr marL="0" indent="0">
              <a:buNone/>
            </a:pPr>
            <a:r>
              <a:rPr lang="en-US" sz="1800" cap="none" dirty="0"/>
              <a:t>The objective of predicting cricket team scores is to develop a robust machine learning model capable of accurately forecasting the final score of a cricket match based on real-time match statistics. This predictive model serves the following technical purposes:</a:t>
            </a:r>
          </a:p>
          <a:p>
            <a:pPr marL="342900" indent="-342900">
              <a:buFont typeface="+mj-lt"/>
              <a:buAutoNum type="arabicParenR"/>
            </a:pPr>
            <a:r>
              <a:rPr lang="en-US" sz="1800" cap="none" dirty="0"/>
              <a:t>Algorithm Optimization</a:t>
            </a:r>
          </a:p>
          <a:p>
            <a:pPr marL="342900" indent="-342900">
              <a:buFont typeface="+mj-lt"/>
              <a:buAutoNum type="arabicParenR"/>
            </a:pPr>
            <a:r>
              <a:rPr lang="en-US" sz="1800" cap="none" dirty="0"/>
              <a:t>Feature Engineering</a:t>
            </a:r>
          </a:p>
          <a:p>
            <a:pPr marL="342900" indent="-342900">
              <a:buFont typeface="+mj-lt"/>
              <a:buAutoNum type="arabicParenR"/>
            </a:pPr>
            <a:r>
              <a:rPr lang="en-US" sz="1800" cap="none" dirty="0"/>
              <a:t>Model Training</a:t>
            </a:r>
          </a:p>
          <a:p>
            <a:pPr marL="342900" indent="-342900">
              <a:buFont typeface="+mj-lt"/>
              <a:buAutoNum type="arabicParenR"/>
            </a:pPr>
            <a:r>
              <a:rPr lang="en-US" sz="1800" cap="none" dirty="0"/>
              <a:t>Evaluation</a:t>
            </a:r>
            <a:endParaRPr lang="en-IN" sz="1800" cap="none" dirty="0"/>
          </a:p>
        </p:txBody>
      </p:sp>
    </p:spTree>
    <p:extLst>
      <p:ext uri="{BB962C8B-B14F-4D97-AF65-F5344CB8AC3E}">
        <p14:creationId xmlns:p14="http://schemas.microsoft.com/office/powerpoint/2010/main" val="76438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517FE-C073-9712-C91B-78D772D79171}"/>
              </a:ext>
            </a:extLst>
          </p:cNvPr>
          <p:cNvSpPr>
            <a:spLocks noGrp="1"/>
          </p:cNvSpPr>
          <p:nvPr>
            <p:ph type="title"/>
          </p:nvPr>
        </p:nvSpPr>
        <p:spPr>
          <a:xfrm>
            <a:off x="913150" y="0"/>
            <a:ext cx="10364451" cy="1596177"/>
          </a:xfrm>
        </p:spPr>
        <p:txBody>
          <a:bodyPr/>
          <a:lstStyle/>
          <a:p>
            <a:r>
              <a:rPr lang="en-US" cap="none" dirty="0"/>
              <a:t>Expected Outcome</a:t>
            </a:r>
            <a:endParaRPr lang="en-IN" cap="none" dirty="0"/>
          </a:p>
        </p:txBody>
      </p:sp>
      <p:sp>
        <p:nvSpPr>
          <p:cNvPr id="3" name="Content Placeholder 2">
            <a:extLst>
              <a:ext uri="{FF2B5EF4-FFF2-40B4-BE49-F238E27FC236}">
                <a16:creationId xmlns:a16="http://schemas.microsoft.com/office/drawing/2014/main" id="{E1CECDD5-CAB3-248D-1105-E62B86AE5FBF}"/>
              </a:ext>
            </a:extLst>
          </p:cNvPr>
          <p:cNvSpPr>
            <a:spLocks noGrp="1"/>
          </p:cNvSpPr>
          <p:nvPr>
            <p:ph sz="quarter" idx="13"/>
          </p:nvPr>
        </p:nvSpPr>
        <p:spPr>
          <a:xfrm>
            <a:off x="599766" y="1170647"/>
            <a:ext cx="10363826" cy="4516706"/>
          </a:xfrm>
        </p:spPr>
        <p:txBody>
          <a:bodyPr>
            <a:noAutofit/>
          </a:bodyPr>
          <a:lstStyle/>
          <a:p>
            <a:r>
              <a:rPr lang="en-US" sz="1800" cap="none" dirty="0"/>
              <a:t>The technical outcome of predicting cricket team scores involves developing a robust machine learning model that accurately forecasts the final score of a cricket match based on real-time match statistics.</a:t>
            </a:r>
          </a:p>
          <a:p>
            <a:r>
              <a:rPr lang="en-US" sz="1800" cap="none" dirty="0"/>
              <a:t> This model is expected to demonstrate high predictive accuracy, as evidenced by low error metrics such as Mean Absolute Error (MAE), Mean Squared Error (MSE), and Root Mean Squared Error (RMSE) during evaluation.</a:t>
            </a:r>
          </a:p>
          <a:p>
            <a:r>
              <a:rPr lang="en-US" sz="1800" cap="none" dirty="0"/>
              <a:t> Additionally, the model's performance should be consistent across different match scenarios and datasets, indicating its reliability and generalization capabilities.</a:t>
            </a:r>
          </a:p>
          <a:p>
            <a:r>
              <a:rPr lang="en-US" sz="1800" cap="none" dirty="0"/>
              <a:t> Real-time deployment of the model enables seamless integration into live match environments, providing stakeholders with timely insights for strategic decision-making.</a:t>
            </a:r>
          </a:p>
          <a:p>
            <a:r>
              <a:rPr lang="en-US" sz="1800" cap="none" dirty="0"/>
              <a:t> Continuous monitoring and refinement of the model ensure its adaptability to evolving match dynamics and improve prediction accuracy over time. The technical outcome ultimately delivers a sophisticated predictive tool that enhances decision-making, strategic planning, and performance assessment in the realm of cricket matches.</a:t>
            </a:r>
            <a:endParaRPr lang="en-IN" sz="1800" cap="none" dirty="0"/>
          </a:p>
        </p:txBody>
      </p:sp>
    </p:spTree>
    <p:extLst>
      <p:ext uri="{BB962C8B-B14F-4D97-AF65-F5344CB8AC3E}">
        <p14:creationId xmlns:p14="http://schemas.microsoft.com/office/powerpoint/2010/main" val="341677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D1964-9D47-154D-C561-71D2CABC5734}"/>
              </a:ext>
            </a:extLst>
          </p:cNvPr>
          <p:cNvSpPr>
            <a:spLocks noGrp="1"/>
          </p:cNvSpPr>
          <p:nvPr>
            <p:ph type="title"/>
          </p:nvPr>
        </p:nvSpPr>
        <p:spPr/>
        <p:txBody>
          <a:bodyPr/>
          <a:lstStyle/>
          <a:p>
            <a:r>
              <a:rPr lang="en-US" cap="none" dirty="0"/>
              <a:t>Dataset</a:t>
            </a:r>
            <a:endParaRPr lang="en-IN" dirty="0"/>
          </a:p>
        </p:txBody>
      </p:sp>
      <p:sp>
        <p:nvSpPr>
          <p:cNvPr id="3" name="Content Placeholder 2">
            <a:extLst>
              <a:ext uri="{FF2B5EF4-FFF2-40B4-BE49-F238E27FC236}">
                <a16:creationId xmlns:a16="http://schemas.microsoft.com/office/drawing/2014/main" id="{4B6CFAE9-E94A-70C2-9A0E-C82449CA7A08}"/>
              </a:ext>
            </a:extLst>
          </p:cNvPr>
          <p:cNvSpPr>
            <a:spLocks noGrp="1"/>
          </p:cNvSpPr>
          <p:nvPr>
            <p:ph sz="quarter" idx="13"/>
          </p:nvPr>
        </p:nvSpPr>
        <p:spPr/>
        <p:txBody>
          <a:bodyPr>
            <a:normAutofit/>
          </a:bodyPr>
          <a:lstStyle/>
          <a:p>
            <a:r>
              <a:rPr lang="en-US" sz="1800" b="1" cap="none" dirty="0"/>
              <a:t>Dataset Name: </a:t>
            </a:r>
            <a:r>
              <a:rPr lang="en-US" sz="1800" cap="none" dirty="0"/>
              <a:t>data.csv</a:t>
            </a:r>
          </a:p>
          <a:p>
            <a:r>
              <a:rPr lang="en-US" sz="1800" cap="none" dirty="0"/>
              <a:t>It contains several attributes such as Match Id, Batting team name, Bowling team name , date, Venue, Batsman, Bowler, runs, runs, wickets, overs , runs scored in last 5 overs, wickets taken in last 5 overs, striker, non-striker and total.</a:t>
            </a:r>
          </a:p>
          <a:p>
            <a:r>
              <a:rPr lang="en-US" sz="1800" cap="none" dirty="0"/>
              <a:t>80% of dataset used for training and 20% of data used for testing.</a:t>
            </a:r>
            <a:endParaRPr lang="en-IN" sz="1800" cap="none" dirty="0"/>
          </a:p>
        </p:txBody>
      </p:sp>
    </p:spTree>
    <p:extLst>
      <p:ext uri="{BB962C8B-B14F-4D97-AF65-F5344CB8AC3E}">
        <p14:creationId xmlns:p14="http://schemas.microsoft.com/office/powerpoint/2010/main" val="4064184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503FD-171B-90BC-1A9B-1C3B27917FE1}"/>
              </a:ext>
            </a:extLst>
          </p:cNvPr>
          <p:cNvSpPr>
            <a:spLocks noGrp="1"/>
          </p:cNvSpPr>
          <p:nvPr>
            <p:ph type="title"/>
          </p:nvPr>
        </p:nvSpPr>
        <p:spPr/>
        <p:txBody>
          <a:bodyPr/>
          <a:lstStyle/>
          <a:p>
            <a:r>
              <a:rPr lang="en-US" cap="none" dirty="0"/>
              <a:t>Algorithm Used</a:t>
            </a:r>
            <a:endParaRPr lang="en-IN" cap="none" dirty="0"/>
          </a:p>
        </p:txBody>
      </p:sp>
      <p:sp>
        <p:nvSpPr>
          <p:cNvPr id="3" name="Content Placeholder 2">
            <a:extLst>
              <a:ext uri="{FF2B5EF4-FFF2-40B4-BE49-F238E27FC236}">
                <a16:creationId xmlns:a16="http://schemas.microsoft.com/office/drawing/2014/main" id="{EAF449B4-B6B9-E00A-4C7A-7330578D255E}"/>
              </a:ext>
            </a:extLst>
          </p:cNvPr>
          <p:cNvSpPr>
            <a:spLocks noGrp="1"/>
          </p:cNvSpPr>
          <p:nvPr>
            <p:ph sz="quarter" idx="13"/>
          </p:nvPr>
        </p:nvSpPr>
        <p:spPr>
          <a:xfrm>
            <a:off x="677334" y="1716946"/>
            <a:ext cx="10363826" cy="3424107"/>
          </a:xfrm>
        </p:spPr>
        <p:txBody>
          <a:bodyPr>
            <a:normAutofit/>
          </a:bodyPr>
          <a:lstStyle/>
          <a:p>
            <a:r>
              <a:rPr lang="en-US" sz="1800" cap="none" dirty="0"/>
              <a:t>Linear Regression</a:t>
            </a:r>
          </a:p>
          <a:p>
            <a:r>
              <a:rPr lang="en-US" sz="1800" cap="none" dirty="0"/>
              <a:t>Linear Regression</a:t>
            </a:r>
          </a:p>
          <a:p>
            <a:r>
              <a:rPr lang="en-US" dirty="0"/>
              <a:t>Neural Network</a:t>
            </a:r>
            <a:endParaRPr lang="en-IN" sz="1800" cap="none" dirty="0"/>
          </a:p>
          <a:p>
            <a:pPr marL="0" indent="0">
              <a:buNone/>
            </a:pPr>
            <a:r>
              <a:rPr lang="en-IN" sz="1800" cap="none" dirty="0"/>
              <a:t>	Finally we select the best </a:t>
            </a:r>
            <a:r>
              <a:rPr lang="en-IN" dirty="0"/>
              <a:t>model</a:t>
            </a:r>
            <a:r>
              <a:rPr lang="en-IN" sz="1800" cap="none" dirty="0"/>
              <a:t> from the above algorithms by comparing their Root Mean Squared Error value.</a:t>
            </a:r>
            <a:endParaRPr lang="en-US" sz="1800" cap="none" dirty="0"/>
          </a:p>
        </p:txBody>
      </p:sp>
    </p:spTree>
    <p:extLst>
      <p:ext uri="{BB962C8B-B14F-4D97-AF65-F5344CB8AC3E}">
        <p14:creationId xmlns:p14="http://schemas.microsoft.com/office/powerpoint/2010/main" val="90911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C97A-AAD0-6CDB-7B3A-B29C53057E97}"/>
              </a:ext>
            </a:extLst>
          </p:cNvPr>
          <p:cNvSpPr>
            <a:spLocks noGrp="1"/>
          </p:cNvSpPr>
          <p:nvPr>
            <p:ph type="title"/>
          </p:nvPr>
        </p:nvSpPr>
        <p:spPr/>
        <p:txBody>
          <a:bodyPr/>
          <a:lstStyle/>
          <a:p>
            <a:r>
              <a:rPr lang="en-US" cap="none"/>
              <a:t>Linear Regression</a:t>
            </a:r>
            <a:endParaRPr lang="en-IN" cap="none" dirty="0"/>
          </a:p>
        </p:txBody>
      </p:sp>
      <p:pic>
        <p:nvPicPr>
          <p:cNvPr id="4" name="Content Placeholder 3">
            <a:extLst>
              <a:ext uri="{FF2B5EF4-FFF2-40B4-BE49-F238E27FC236}">
                <a16:creationId xmlns:a16="http://schemas.microsoft.com/office/drawing/2014/main" id="{054D7F8A-DA17-ED93-6B9E-17563C5A9A6B}"/>
              </a:ext>
            </a:extLst>
          </p:cNvPr>
          <p:cNvPicPr>
            <a:picLocks noGrp="1" noChangeAspect="1"/>
          </p:cNvPicPr>
          <p:nvPr>
            <p:ph sz="quarter" idx="13"/>
          </p:nvPr>
        </p:nvPicPr>
        <p:blipFill>
          <a:blip r:embed="rId2"/>
          <a:stretch>
            <a:fillRect/>
          </a:stretch>
        </p:blipFill>
        <p:spPr>
          <a:xfrm>
            <a:off x="414575" y="1629595"/>
            <a:ext cx="9122185" cy="3749040"/>
          </a:xfrm>
        </p:spPr>
      </p:pic>
    </p:spTree>
    <p:extLst>
      <p:ext uri="{BB962C8B-B14F-4D97-AF65-F5344CB8AC3E}">
        <p14:creationId xmlns:p14="http://schemas.microsoft.com/office/powerpoint/2010/main" val="407951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AB61C5-EFA0-1B3A-8A5A-55C355DBBB34}"/>
              </a:ext>
            </a:extLst>
          </p:cNvPr>
          <p:cNvSpPr>
            <a:spLocks noGrp="1"/>
          </p:cNvSpPr>
          <p:nvPr>
            <p:ph type="title"/>
          </p:nvPr>
        </p:nvSpPr>
        <p:spPr/>
        <p:txBody>
          <a:bodyPr/>
          <a:lstStyle/>
          <a:p>
            <a:r>
              <a:rPr lang="en-US" dirty="0"/>
              <a:t>Random Forest</a:t>
            </a:r>
            <a:endParaRPr lang="en-IN" dirty="0"/>
          </a:p>
        </p:txBody>
      </p:sp>
      <p:pic>
        <p:nvPicPr>
          <p:cNvPr id="8" name="Content Placeholder 7">
            <a:extLst>
              <a:ext uri="{FF2B5EF4-FFF2-40B4-BE49-F238E27FC236}">
                <a16:creationId xmlns:a16="http://schemas.microsoft.com/office/drawing/2014/main" id="{6579285D-4859-A6AF-6CF2-0B0B703A2885}"/>
              </a:ext>
            </a:extLst>
          </p:cNvPr>
          <p:cNvPicPr>
            <a:picLocks noGrp="1" noChangeAspect="1"/>
          </p:cNvPicPr>
          <p:nvPr>
            <p:ph idx="1"/>
          </p:nvPr>
        </p:nvPicPr>
        <p:blipFill>
          <a:blip r:embed="rId2"/>
          <a:stretch>
            <a:fillRect/>
          </a:stretch>
        </p:blipFill>
        <p:spPr>
          <a:xfrm>
            <a:off x="276667" y="1737360"/>
            <a:ext cx="9398001" cy="3383280"/>
          </a:xfrm>
        </p:spPr>
      </p:pic>
    </p:spTree>
    <p:extLst>
      <p:ext uri="{BB962C8B-B14F-4D97-AF65-F5344CB8AC3E}">
        <p14:creationId xmlns:p14="http://schemas.microsoft.com/office/powerpoint/2010/main" val="3601166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B5B93-C445-4093-8914-5E656F0E6340}"/>
              </a:ext>
            </a:extLst>
          </p:cNvPr>
          <p:cNvSpPr>
            <a:spLocks noGrp="1"/>
          </p:cNvSpPr>
          <p:nvPr>
            <p:ph type="title"/>
          </p:nvPr>
        </p:nvSpPr>
        <p:spPr/>
        <p:txBody>
          <a:bodyPr/>
          <a:lstStyle/>
          <a:p>
            <a:r>
              <a:rPr lang="en-US" dirty="0"/>
              <a:t>Neural Network</a:t>
            </a:r>
            <a:endParaRPr lang="en-IN" dirty="0"/>
          </a:p>
        </p:txBody>
      </p:sp>
      <p:pic>
        <p:nvPicPr>
          <p:cNvPr id="5" name="Content Placeholder 4">
            <a:extLst>
              <a:ext uri="{FF2B5EF4-FFF2-40B4-BE49-F238E27FC236}">
                <a16:creationId xmlns:a16="http://schemas.microsoft.com/office/drawing/2014/main" id="{41E9FC55-CE93-9B96-4FBE-5D753E980C4D}"/>
              </a:ext>
            </a:extLst>
          </p:cNvPr>
          <p:cNvPicPr>
            <a:picLocks noGrp="1" noChangeAspect="1"/>
          </p:cNvPicPr>
          <p:nvPr>
            <p:ph idx="1"/>
          </p:nvPr>
        </p:nvPicPr>
        <p:blipFill>
          <a:blip r:embed="rId2"/>
          <a:stretch>
            <a:fillRect/>
          </a:stretch>
        </p:blipFill>
        <p:spPr>
          <a:xfrm>
            <a:off x="441888" y="1728069"/>
            <a:ext cx="9413681" cy="3108960"/>
          </a:xfrm>
        </p:spPr>
      </p:pic>
    </p:spTree>
    <p:extLst>
      <p:ext uri="{BB962C8B-B14F-4D97-AF65-F5344CB8AC3E}">
        <p14:creationId xmlns:p14="http://schemas.microsoft.com/office/powerpoint/2010/main" val="3840262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B04C-295B-2A79-163F-E934B4F29CAC}"/>
              </a:ext>
            </a:extLst>
          </p:cNvPr>
          <p:cNvSpPr>
            <a:spLocks noGrp="1"/>
          </p:cNvSpPr>
          <p:nvPr>
            <p:ph type="title"/>
          </p:nvPr>
        </p:nvSpPr>
        <p:spPr/>
        <p:txBody>
          <a:bodyPr/>
          <a:lstStyle/>
          <a:p>
            <a:r>
              <a:rPr lang="en-US" dirty="0"/>
              <a:t>Best Model</a:t>
            </a:r>
            <a:endParaRPr lang="en-IN" dirty="0"/>
          </a:p>
        </p:txBody>
      </p:sp>
      <p:pic>
        <p:nvPicPr>
          <p:cNvPr id="5" name="Content Placeholder 4">
            <a:extLst>
              <a:ext uri="{FF2B5EF4-FFF2-40B4-BE49-F238E27FC236}">
                <a16:creationId xmlns:a16="http://schemas.microsoft.com/office/drawing/2014/main" id="{992365BA-7045-D4C0-79C6-FC34902EC6DB}"/>
              </a:ext>
            </a:extLst>
          </p:cNvPr>
          <p:cNvPicPr>
            <a:picLocks noGrp="1" noChangeAspect="1"/>
          </p:cNvPicPr>
          <p:nvPr>
            <p:ph idx="1"/>
          </p:nvPr>
        </p:nvPicPr>
        <p:blipFill>
          <a:blip r:embed="rId2"/>
          <a:stretch>
            <a:fillRect/>
          </a:stretch>
        </p:blipFill>
        <p:spPr>
          <a:xfrm>
            <a:off x="1623670" y="1747632"/>
            <a:ext cx="7445477" cy="4297680"/>
          </a:xfrm>
        </p:spPr>
      </p:pic>
    </p:spTree>
    <p:extLst>
      <p:ext uri="{BB962C8B-B14F-4D97-AF65-F5344CB8AC3E}">
        <p14:creationId xmlns:p14="http://schemas.microsoft.com/office/powerpoint/2010/main" val="1908790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C6CA4C-0C87-5FFF-3613-DAFB7FDD79B2}"/>
              </a:ext>
            </a:extLst>
          </p:cNvPr>
          <p:cNvSpPr txBox="1"/>
          <p:nvPr/>
        </p:nvSpPr>
        <p:spPr>
          <a:xfrm>
            <a:off x="1976284" y="2558224"/>
            <a:ext cx="6754761" cy="1446550"/>
          </a:xfrm>
          <a:prstGeom prst="rect">
            <a:avLst/>
          </a:prstGeom>
          <a:noFill/>
        </p:spPr>
        <p:txBody>
          <a:bodyPr wrap="square" rtlCol="0">
            <a:spAutoFit/>
          </a:bodyPr>
          <a:lstStyle/>
          <a:p>
            <a:pPr algn="ctr"/>
            <a:r>
              <a:rPr lang="en-US" sz="8800" dirty="0">
                <a:solidFill>
                  <a:schemeClr val="accent2"/>
                </a:solidFill>
              </a:rPr>
              <a:t>Thank You</a:t>
            </a:r>
            <a:endParaRPr lang="en-IN" sz="8800" dirty="0">
              <a:solidFill>
                <a:schemeClr val="accent2"/>
              </a:solidFill>
            </a:endParaRPr>
          </a:p>
        </p:txBody>
      </p:sp>
    </p:spTree>
    <p:extLst>
      <p:ext uri="{BB962C8B-B14F-4D97-AF65-F5344CB8AC3E}">
        <p14:creationId xmlns:p14="http://schemas.microsoft.com/office/powerpoint/2010/main" val="6469709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68</TotalTime>
  <Words>432</Words>
  <Application>Microsoft Office PowerPoint</Application>
  <PresentationFormat>Widescreen</PresentationFormat>
  <Paragraphs>35</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Trebuchet MS</vt:lpstr>
      <vt:lpstr>Wingdings 3</vt:lpstr>
      <vt:lpstr>Facet</vt:lpstr>
      <vt:lpstr>Data-Driven Sports Score Forecasting</vt:lpstr>
      <vt:lpstr>Problem Statement</vt:lpstr>
      <vt:lpstr>Objectives</vt:lpstr>
      <vt:lpstr>Expected Outcome</vt:lpstr>
      <vt:lpstr>Dataset</vt:lpstr>
      <vt:lpstr>Algorithm Used</vt:lpstr>
      <vt:lpstr>Linear Regression</vt:lpstr>
      <vt:lpstr>Random Forest</vt:lpstr>
      <vt:lpstr>Neural Network</vt:lpstr>
      <vt:lpstr>Best Model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SCORE PREDICTION IN CRICKET</dc:title>
  <dc:creator>Vijayalakshmi Veeramuthu</dc:creator>
  <cp:lastModifiedBy>DELL</cp:lastModifiedBy>
  <cp:revision>2</cp:revision>
  <dcterms:created xsi:type="dcterms:W3CDTF">2024-05-21T04:51:52Z</dcterms:created>
  <dcterms:modified xsi:type="dcterms:W3CDTF">2026-05-19T11:37:52Z</dcterms:modified>
</cp:coreProperties>
</file>